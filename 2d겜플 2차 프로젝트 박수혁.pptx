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65" r:id="rId3"/>
    <p:sldId id="259" r:id="rId4"/>
  </p:sldIdLst>
  <p:sldSz cx="18288000" cy="10287000"/>
  <p:notesSz cx="6858000" cy="9144000"/>
  <p:embeddedFontLst>
    <p:embeddedFont>
      <p:font typeface="Garet" panose="020B0600000101010101" charset="0"/>
      <p:regular r:id="rId6"/>
    </p:embeddedFont>
    <p:embeddedFont>
      <p:font typeface="Garet Bold" panose="020B0600000101010101" charset="0"/>
      <p:regular r:id="rId7"/>
    </p:embeddedFont>
    <p:embeddedFont>
      <p:font typeface="맑은 고딕" panose="020B0503020000020004" pitchFamily="50" charset="-127"/>
      <p:regular r:id="rId8"/>
      <p:bold r:id="rId9"/>
    </p:embeddedFont>
    <p:embeddedFont>
      <p:font typeface="휴먼둥근헤드라인" panose="02030504000101010101" pitchFamily="18" charset="-127"/>
      <p:regular r:id="rId10"/>
    </p:embeddedFont>
    <p:embeddedFont>
      <p:font typeface="휴먼모음T" panose="02030504000101010101" pitchFamily="18" charset="-127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88" y="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A0326E-BB0B-4FE2-BBC2-13AC23D0E1E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86EB20-ADFF-42C2-AC1A-8A33418A4A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079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6EB20-ADFF-42C2-AC1A-8A33418A4AD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177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2668325" y="1947623"/>
            <a:ext cx="12951349" cy="3895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8000" b="1" dirty="0">
                <a:solidFill>
                  <a:srgbClr val="3F3D3E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Alexandria Bold"/>
                <a:sym typeface="Alexandria Bold"/>
              </a:rPr>
              <a:t>2d </a:t>
            </a:r>
            <a:r>
              <a:rPr lang="ko-KR" altLang="en-US" sz="8000" b="1" dirty="0">
                <a:solidFill>
                  <a:srgbClr val="3F3D3E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Alexandria Bold"/>
                <a:sym typeface="Alexandria Bold"/>
              </a:rPr>
              <a:t>게임 프로그래밍 프로젝트</a:t>
            </a:r>
            <a:br>
              <a:rPr lang="en-US" altLang="ko-KR" sz="8000" b="1" dirty="0">
                <a:solidFill>
                  <a:srgbClr val="3F3D3E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Alexandria Bold"/>
                <a:sym typeface="Alexandria Bold"/>
              </a:rPr>
            </a:br>
            <a:r>
              <a:rPr lang="en-US" altLang="ko-KR" sz="8000" b="1" dirty="0">
                <a:solidFill>
                  <a:srgbClr val="3F3D3E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Alexandria Bold"/>
                <a:sym typeface="Alexandria Bold"/>
              </a:rPr>
              <a:t>2</a:t>
            </a:r>
            <a:r>
              <a:rPr lang="ko-KR" altLang="en-US" sz="8000" b="1" dirty="0" err="1">
                <a:solidFill>
                  <a:srgbClr val="3F3D3E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Alexandria Bold"/>
                <a:sym typeface="Alexandria Bold"/>
              </a:rPr>
              <a:t>차발표</a:t>
            </a:r>
            <a:endParaRPr lang="en-US" sz="8000" b="1" dirty="0">
              <a:solidFill>
                <a:srgbClr val="3F3D3E"/>
              </a:solidFill>
              <a:latin typeface="휴먼모음T" panose="02030504000101010101" pitchFamily="18" charset="-127"/>
              <a:ea typeface="휴먼모음T" panose="02030504000101010101" pitchFamily="18" charset="-127"/>
              <a:cs typeface="Alexandria Bold"/>
              <a:sym typeface="Alexandria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391400" y="6475329"/>
            <a:ext cx="10162036" cy="772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2024182012 </a:t>
            </a:r>
            <a:r>
              <a:rPr lang="ko-KR" altLang="en-US" sz="44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박수혁</a:t>
            </a:r>
            <a:endParaRPr lang="en-US" sz="44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6792714" y="8190378"/>
            <a:ext cx="4702572" cy="705137"/>
            <a:chOff x="0" y="0"/>
            <a:chExt cx="1238538" cy="185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38537" cy="185715"/>
            </a:xfrm>
            <a:custGeom>
              <a:avLst/>
              <a:gdLst/>
              <a:ahLst/>
              <a:cxnLst/>
              <a:rect l="l" t="t" r="r" b="b"/>
              <a:pathLst>
                <a:path w="1238537" h="185715">
                  <a:moveTo>
                    <a:pt x="92858" y="0"/>
                  </a:moveTo>
                  <a:lnTo>
                    <a:pt x="1145680" y="0"/>
                  </a:lnTo>
                  <a:cubicBezTo>
                    <a:pt x="1196964" y="0"/>
                    <a:pt x="1238537" y="41574"/>
                    <a:pt x="1238537" y="92858"/>
                  </a:cubicBezTo>
                  <a:lnTo>
                    <a:pt x="1238537" y="92858"/>
                  </a:lnTo>
                  <a:cubicBezTo>
                    <a:pt x="1238537" y="117485"/>
                    <a:pt x="1228754" y="141104"/>
                    <a:pt x="1211340" y="158518"/>
                  </a:cubicBezTo>
                  <a:cubicBezTo>
                    <a:pt x="1193926" y="175932"/>
                    <a:pt x="1170307" y="185715"/>
                    <a:pt x="1145680" y="185715"/>
                  </a:cubicBezTo>
                  <a:lnTo>
                    <a:pt x="92858" y="185715"/>
                  </a:lnTo>
                  <a:cubicBezTo>
                    <a:pt x="68230" y="185715"/>
                    <a:pt x="44612" y="175932"/>
                    <a:pt x="27197" y="158518"/>
                  </a:cubicBezTo>
                  <a:cubicBezTo>
                    <a:pt x="9783" y="141104"/>
                    <a:pt x="0" y="117485"/>
                    <a:pt x="0" y="92858"/>
                  </a:cubicBezTo>
                  <a:lnTo>
                    <a:pt x="0" y="92858"/>
                  </a:lnTo>
                  <a:cubicBezTo>
                    <a:pt x="0" y="68230"/>
                    <a:pt x="9783" y="44612"/>
                    <a:pt x="27197" y="27197"/>
                  </a:cubicBezTo>
                  <a:cubicBezTo>
                    <a:pt x="44612" y="9783"/>
                    <a:pt x="68230" y="0"/>
                    <a:pt x="92858" y="0"/>
                  </a:cubicBezTo>
                  <a:close/>
                </a:path>
              </a:pathLst>
            </a:custGeom>
            <a:solidFill>
              <a:srgbClr val="545454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38538" cy="22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7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991338" y="8273007"/>
            <a:ext cx="4305324" cy="528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6"/>
              </a:lnSpc>
              <a:spcBef>
                <a:spcPct val="0"/>
              </a:spcBef>
            </a:pPr>
            <a:r>
              <a:rPr lang="en-US" sz="3068" dirty="0" err="1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Skul</a:t>
            </a:r>
            <a:r>
              <a:rPr lang="en-US" sz="3068" dirty="0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: The Hero Slayer</a:t>
            </a:r>
          </a:p>
        </p:txBody>
      </p:sp>
      <p:pic>
        <p:nvPicPr>
          <p:cNvPr id="1026" name="Picture 2" descr="꼬마 해골 스컬의 모험, 픽셀 로그라이트 게임 &lt;Skul&gt; | 텀블벅 - 크리에이터를 위한 크라우드펀딩">
            <a:extLst>
              <a:ext uri="{FF2B5EF4-FFF2-40B4-BE49-F238E27FC236}">
                <a16:creationId xmlns:a16="http://schemas.microsoft.com/office/drawing/2014/main" id="{8430BA4F-18F0-E11A-2266-A67BBBD94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065" y="7746920"/>
            <a:ext cx="1713467" cy="15935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A60857-ACDC-A19D-591A-F6F6226BB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C133808-082D-4F82-99C1-1A3EBF5D6565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37D044E-0E7E-6772-D1AD-C1B1012E6165}"/>
              </a:ext>
            </a:extLst>
          </p:cNvPr>
          <p:cNvSpPr txBox="1"/>
          <p:nvPr/>
        </p:nvSpPr>
        <p:spPr>
          <a:xfrm>
            <a:off x="4541415" y="434404"/>
            <a:ext cx="9205169" cy="1242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ko-KR" altLang="en-US" sz="5400" dirty="0">
                <a:solidFill>
                  <a:srgbClr val="3F3D3E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  <a:cs typeface="Alexandria Bold"/>
                <a:sym typeface="Alexandria Bold"/>
              </a:rPr>
              <a:t>진행 상황</a:t>
            </a:r>
            <a:endParaRPr lang="en-US" sz="5400" dirty="0">
              <a:solidFill>
                <a:srgbClr val="3F3D3E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  <a:cs typeface="Alexandria Bold"/>
              <a:sym typeface="Alexandria Bold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FF6A061-A274-18CF-004B-41A72F2E79C5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5DF81C0D-923E-CDCF-E374-B830BCAF2981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0405620-FEAA-0F4A-35EE-196C6654C4F2}"/>
              </a:ext>
            </a:extLst>
          </p:cNvPr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7A2B0C4-0146-E61B-6541-EFA1244E5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975740"/>
              </p:ext>
            </p:extLst>
          </p:nvPr>
        </p:nvGraphicFramePr>
        <p:xfrm>
          <a:off x="3048000" y="2905214"/>
          <a:ext cx="12192000" cy="5818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8204">
                  <a:extLst>
                    <a:ext uri="{9D8B030D-6E8A-4147-A177-3AD203B41FA5}">
                      <a16:colId xmlns:a16="http://schemas.microsoft.com/office/drawing/2014/main" val="1864261494"/>
                    </a:ext>
                  </a:extLst>
                </a:gridCol>
                <a:gridCol w="5556898">
                  <a:extLst>
                    <a:ext uri="{9D8B030D-6E8A-4147-A177-3AD203B41FA5}">
                      <a16:colId xmlns:a16="http://schemas.microsoft.com/office/drawing/2014/main" val="3449154977"/>
                    </a:ext>
                  </a:extLst>
                </a:gridCol>
                <a:gridCol w="5556898">
                  <a:extLst>
                    <a:ext uri="{9D8B030D-6E8A-4147-A177-3AD203B41FA5}">
                      <a16:colId xmlns:a16="http://schemas.microsoft.com/office/drawing/2014/main" val="1933791168"/>
                    </a:ext>
                  </a:extLst>
                </a:gridCol>
              </a:tblGrid>
              <a:tr h="58181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추가한것</a:t>
                      </a:r>
                      <a:endParaRPr lang="ko-KR" altLang="en-US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카메라 이동</a:t>
                      </a:r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기본 스킬</a:t>
                      </a:r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바닥 충돌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115260"/>
                  </a:ext>
                </a:extLst>
              </a:tr>
              <a:tr h="5818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1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기본 </a:t>
                      </a:r>
                      <a:r>
                        <a:rPr lang="ko-KR" altLang="en-US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맵과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UI,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캐릭터 조작 구현</a:t>
                      </a:r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이동</a:t>
                      </a:r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점프</a:t>
                      </a:r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lang="ko-KR" altLang="en-US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대쉬</a:t>
                      </a:r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70% (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캐릭터 조작</a:t>
                      </a:r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기본 맵 틀 구현</a:t>
                      </a:r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509859"/>
                  </a:ext>
                </a:extLst>
              </a:tr>
              <a:tr h="5818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기본 적 </a:t>
                      </a:r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2~3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종과 캐릭터 </a:t>
                      </a:r>
                      <a:r>
                        <a:rPr lang="ko-KR" altLang="en-US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스탯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20% (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기본 적 </a:t>
                      </a:r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1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종 구현</a:t>
                      </a:r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7706970"/>
                  </a:ext>
                </a:extLst>
              </a:tr>
              <a:tr h="5818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3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캐릭터와 적간 공격</a:t>
                      </a:r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피격판정과 애니메이션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70% (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각각 공격 애니메이션 구현</a:t>
                      </a:r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피격 </a:t>
                      </a:r>
                      <a:r>
                        <a:rPr lang="ko-KR" altLang="en-US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미구현</a:t>
                      </a:r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929240"/>
                  </a:ext>
                </a:extLst>
              </a:tr>
              <a:tr h="5818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4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여러 스테이지와 스테이지 이동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60% (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스테이지 파일과 이동 작동 방식만 구현</a:t>
                      </a:r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537304"/>
                  </a:ext>
                </a:extLst>
              </a:tr>
              <a:tr h="5818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5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골드획득 시스템과 시작 </a:t>
                      </a:r>
                      <a:r>
                        <a:rPr lang="ko-KR" altLang="en-US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강화맵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골드획득과 같이 캐릭터 </a:t>
                      </a:r>
                      <a:r>
                        <a:rPr lang="ko-KR" altLang="en-US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스탯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구현</a:t>
                      </a:r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디버깅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89524"/>
                  </a:ext>
                </a:extLst>
              </a:tr>
              <a:tr h="5818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6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각종 아이템</a:t>
                      </a:r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머리 객체</a:t>
                      </a:r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스테이지 종료 보상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289509"/>
                  </a:ext>
                </a:extLst>
              </a:tr>
              <a:tr h="5818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7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보스전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427525"/>
                  </a:ext>
                </a:extLst>
              </a:tr>
              <a:tr h="5818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8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이펙트 및 사운드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088060"/>
                  </a:ext>
                </a:extLst>
              </a:tr>
              <a:tr h="5818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9</a:t>
                      </a:r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최종 디버깅과 마무리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28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9578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541415" y="434404"/>
            <a:ext cx="9205169" cy="1242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ko-KR" altLang="en-US" sz="5400" dirty="0" err="1">
                <a:solidFill>
                  <a:srgbClr val="3F3D3E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  <a:cs typeface="Alexandria Bold"/>
                <a:sym typeface="Alexandria Bold"/>
              </a:rPr>
              <a:t>커밋</a:t>
            </a:r>
            <a:r>
              <a:rPr lang="ko-KR" altLang="en-US" sz="5400" dirty="0">
                <a:solidFill>
                  <a:srgbClr val="3F3D3E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  <a:cs typeface="Alexandria Bold"/>
                <a:sym typeface="Alexandria Bold"/>
              </a:rPr>
              <a:t> 통계</a:t>
            </a:r>
            <a:endParaRPr lang="en-US" sz="5400" dirty="0">
              <a:solidFill>
                <a:srgbClr val="3F3D3E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  <a:cs typeface="Alexandria Bold"/>
              <a:sym typeface="Alexandria Bold"/>
            </a:endParaRPr>
          </a:p>
        </p:txBody>
      </p:sp>
      <p:sp>
        <p:nvSpPr>
          <p:cNvPr id="7" name="Freeform 7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AutoShape 8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21D39FB-9529-FABA-7396-3906724124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1760573"/>
            <a:ext cx="10981232" cy="73309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153</Words>
  <Application>Microsoft Office PowerPoint</Application>
  <PresentationFormat>사용자 지정</PresentationFormat>
  <Paragraphs>33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휴먼둥근헤드라인</vt:lpstr>
      <vt:lpstr>Calibri</vt:lpstr>
      <vt:lpstr>휴먼모음T</vt:lpstr>
      <vt:lpstr>Arial</vt:lpstr>
      <vt:lpstr>Garet</vt:lpstr>
      <vt:lpstr>Garet Bold</vt:lpstr>
      <vt:lpstr>맑은 고딕</vt:lpstr>
      <vt:lpstr>Office Theme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Minimalist Professional Project Presentation</dc:title>
  <dc:creator>SH</dc:creator>
  <cp:lastModifiedBy>박수혁(2024182012)</cp:lastModifiedBy>
  <cp:revision>3</cp:revision>
  <dcterms:created xsi:type="dcterms:W3CDTF">2006-08-16T00:00:00Z</dcterms:created>
  <dcterms:modified xsi:type="dcterms:W3CDTF">2025-11-12T14:53:31Z</dcterms:modified>
  <dc:identifier>DAG0imMLi-c</dc:identifier>
</cp:coreProperties>
</file>